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富通光子 UFBG 产品手册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/>
            </a:pPr>
            <a:r>
              <a:t>中文版 2.0（自动生成）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产品图片 01</a:t>
            </a:r>
          </a:p>
        </p:txBody>
      </p:sp>
      <p:pic>
        <p:nvPicPr>
          <p:cNvPr id="3" name="Picture 2" descr="file_42---8353f137-c518-434c-8b3f-926c889e2a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914400"/>
            <a:ext cx="108813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file_42---8353f137-c518-434c-8b3f-926c889e2a01.jpg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产品图片 02</a:t>
            </a:r>
          </a:p>
        </p:txBody>
      </p:sp>
      <p:pic>
        <p:nvPicPr>
          <p:cNvPr id="3" name="Picture 2" descr="file_43---1038b549-f168-45c6-aa60-0747c73f97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914400"/>
            <a:ext cx="108813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file_43---1038b549-f168-45c6-aa60-0747c73f9733.jpg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产品图片 03</a:t>
            </a:r>
          </a:p>
        </p:txBody>
      </p:sp>
      <p:pic>
        <p:nvPicPr>
          <p:cNvPr id="3" name="Picture 2" descr="file_44---7adf0fb4-377c-4d55-878a-879c7a14f9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914400"/>
            <a:ext cx="108813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file_44---7adf0fb4-377c-4d55-878a-879c7a14f904.jpg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产品图片 04</a:t>
            </a:r>
          </a:p>
        </p:txBody>
      </p:sp>
      <p:pic>
        <p:nvPicPr>
          <p:cNvPr id="3" name="Picture 2" descr="file_46---e6596b8d-06a6-45a5-8a0b-88a444e74d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914400"/>
            <a:ext cx="108813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file_46---e6596b8d-06a6-45a5-8a0b-88a444e74d43.jpg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产品图片 05</a:t>
            </a:r>
          </a:p>
        </p:txBody>
      </p:sp>
      <p:pic>
        <p:nvPicPr>
          <p:cNvPr id="3" name="Picture 2" descr="file_47---534dfaa4-1974-4760-a4b9-1759d8ddb73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914400"/>
            <a:ext cx="108813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file_47---534dfaa4-1974-4760-a4b9-1759d8ddb73e.jpg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产品图片 06</a:t>
            </a:r>
          </a:p>
        </p:txBody>
      </p:sp>
      <p:pic>
        <p:nvPicPr>
          <p:cNvPr id="3" name="Picture 2" descr="file_48---34df161f-1cc0-48eb-ac18-7543b88257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914400"/>
            <a:ext cx="108813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file_48---34df161f-1cc0-48eb-ac18-7543b8825724.jpg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产品图片 07</a:t>
            </a:r>
          </a:p>
        </p:txBody>
      </p:sp>
      <p:pic>
        <p:nvPicPr>
          <p:cNvPr id="3" name="Picture 2" descr="file_50---57b162a8-6d40-4f86-882b-debf290b4b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914400"/>
            <a:ext cx="108813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file_50---57b162a8-6d40-4f86-882b-debf290b4bbe.jpg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产品图片 08</a:t>
            </a:r>
          </a:p>
        </p:txBody>
      </p:sp>
      <p:pic>
        <p:nvPicPr>
          <p:cNvPr id="3" name="Picture 2" descr="file_51---aa8e62f1-cff4-42fd-af91-609fa15cbda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914400"/>
            <a:ext cx="108813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file_51---aa8e62f1-cff4-42fd-af91-609fa15cbdac.jpg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产品图片 09</a:t>
            </a:r>
          </a:p>
        </p:txBody>
      </p:sp>
      <p:pic>
        <p:nvPicPr>
          <p:cNvPr id="3" name="Picture 2" descr="file_53---2fa99c66-5821-485b-9126-d089fbbfd9f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914400"/>
            <a:ext cx="108813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file_53---2fa99c66-5821-485b-9126-d089fbbfd9fd.jpg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产品图片 10</a:t>
            </a:r>
          </a:p>
        </p:txBody>
      </p:sp>
      <p:pic>
        <p:nvPicPr>
          <p:cNvPr id="3" name="Picture 2" descr="file_54---737f8c4a-9ee9-48ac-bcc4-20cf0b1d50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914400"/>
            <a:ext cx="108813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file_54---737f8c4a-9ee9-48ac-bcc4-20cf0b1d50be.jpg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产品图片 11</a:t>
            </a:r>
          </a:p>
        </p:txBody>
      </p:sp>
      <p:pic>
        <p:nvPicPr>
          <p:cNvPr id="3" name="Picture 2" descr="file_55---416505da-c104-4317-b142-7a9dece20c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914400"/>
            <a:ext cx="108813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file_55---416505da-c104-4317-b142-7a9dece20c32.jpg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产品图片 12</a:t>
            </a:r>
          </a:p>
        </p:txBody>
      </p:sp>
      <p:pic>
        <p:nvPicPr>
          <p:cNvPr id="3" name="Picture 2" descr="file_56---50bd681e-22f4-4272-8dab-bf36ef5b82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914400"/>
            <a:ext cx="10881360" cy="42505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file_56---50bd681e-22f4-4272-8dab-bf36ef5b82fa.jpg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产品图片 13</a:t>
            </a:r>
          </a:p>
        </p:txBody>
      </p:sp>
      <p:pic>
        <p:nvPicPr>
          <p:cNvPr id="3" name="Picture 2" descr="file_57---5e74f83b-6354-4e64-a85c-50b55e26a8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914400"/>
            <a:ext cx="108813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file_57---5e74f83b-6354-4e64-a85c-50b55e26a8a2.jpg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产品图片 14</a:t>
            </a:r>
          </a:p>
        </p:txBody>
      </p:sp>
      <p:pic>
        <p:nvPicPr>
          <p:cNvPr id="3" name="Picture 2" descr="file_58---596c3a66-ff84-43d4-ae05-2b082a7e47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914400"/>
            <a:ext cx="108813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file_58---596c3a66-ff84-43d4-ae05-2b082a7e4766.jpg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产品图片 15</a:t>
            </a:r>
          </a:p>
        </p:txBody>
      </p:sp>
      <p:pic>
        <p:nvPicPr>
          <p:cNvPr id="3" name="Picture 2" descr="file_59---569cc176-226e-4bce-901e-440e0f65c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914400"/>
            <a:ext cx="108813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file_59---569cc176-226e-4bce-901e-440e0f65c007.jpg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